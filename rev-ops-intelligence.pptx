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182880"/>
            <a:ext cx="2194560" cy="411480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675120" y="18288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 IN PROGRESS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" cy="2377440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Operations Intelligence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trusted data infrastructure for better, faster decisions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Team Walkthrough  · 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7F3D3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5720" cy="1051560"/>
          </a:xfrm>
          <a:prstGeom prst="rect">
            <a:avLst/>
          </a:prstGeom>
          <a:solidFill>
            <a:srgbClr val="F8717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25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1430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source of truth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71600" y="150876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are defined out of thin air. No approval process, no way to know if a number is trustworthy. "Annual sales" is last month's invoices × 12 — but it looks just as confident as something we've verified cell-for-cell.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8229600" cy="105156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286000"/>
            <a:ext cx="45720" cy="1051560"/>
          </a:xfrm>
          <a:prstGeom prst="rect">
            <a:avLst/>
          </a:prstGeom>
          <a:solidFill>
            <a:srgbClr val="F8717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5603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377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People are using Claude + BQ without guardrails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71600" y="274320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are already reverse engineering metrics from raw tables and pulling their own numbers. Claude is powerful — but there's nothing stopping people from getting different answers to the same question.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772400" y="2395728"/>
            <a:ext cx="640080" cy="256032"/>
          </a:xfrm>
          <a:prstGeom prst="rect">
            <a:avLst/>
          </a:prstGeom>
          <a:solidFill>
            <a:srgbClr val="FF6B35">
              <a:alpha val="80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772400" y="23957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57200" y="3520440"/>
            <a:ext cx="8229600" cy="105156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57200" y="3520440"/>
            <a:ext cx="45720" cy="1051560"/>
          </a:xfrm>
          <a:prstGeom prst="rect">
            <a:avLst/>
          </a:prstGeom>
          <a:solidFill>
            <a:srgbClr val="F8717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79476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611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Looker is hard to navigate and limits our ability to iterate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371600" y="39776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had no idea Simon built tools in Looker that made things in Alocet obsolete. Labels are confusing. Getting a new dashboard or export takes too long.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D5A3D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105156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45720" cy="10515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source of truth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124712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37560" y="1124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 Registry</a:t>
            </a:r>
            <a:endParaRPr lang="en-US" sz="15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80160" y="146304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 defined, verified, quality level documented. People can find definitions and queries and reference them. Plain English — no drilling through SQL.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57200" y="2286000"/>
            <a:ext cx="8229600" cy="105156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" y="2286000"/>
            <a:ext cx="45720" cy="10515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3" name="Text 9"/>
          <p:cNvSpPr/>
          <p:nvPr/>
        </p:nvSpPr>
        <p:spPr>
          <a:xfrm>
            <a:off x="73152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+ BQ without guardrails</a:t>
            </a:r>
            <a:endParaRPr lang="en-US" sz="9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0" y="2359152"/>
            <a:ext cx="182880" cy="1828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337560" y="23591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Guardrailed MCP</a:t>
            </a:r>
            <a:endParaRPr lang="en-US" sz="15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4320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80160" y="269748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raw BQ as the default path for Claude. Only serves verified metrics. Enforces the registry instead of just hoping people use it.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457200" y="3520440"/>
            <a:ext cx="8229600" cy="105156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457200" y="3520440"/>
            <a:ext cx="45720" cy="105156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0" name="Text 14"/>
          <p:cNvSpPr/>
          <p:nvPr/>
        </p:nvSpPr>
        <p:spPr>
          <a:xfrm>
            <a:off x="731520" y="3611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Looker is limiting</a:t>
            </a:r>
            <a:endParaRPr lang="en-US" sz="9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7520" y="3593592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337560" y="3593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DE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Hardcoded Dashboards</a:t>
            </a:r>
            <a:endParaRPr lang="en-US" sz="15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977640"/>
            <a:ext cx="365760" cy="36576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280160" y="3931920"/>
            <a:ext cx="7132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rush to replace Looker today, but as metrics are verified, dashboards go live. Built 10x faster, fully under our control.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57200" y="4617720"/>
            <a:ext cx="8229600" cy="36576"/>
          </a:xfrm>
          <a:prstGeom prst="rect">
            <a:avLst/>
          </a:prstGeom>
          <a:solidFill>
            <a:srgbClr val="4ECDC4">
              <a:alpha val="50000"/>
            </a:srgbClr>
          </a:solidFill>
          <a:ln/>
        </p:spPr>
      </p:sp>
      <p:sp>
        <p:nvSpPr>
          <p:cNvPr id="26" name="Text 18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6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Chart Builder — proof of concept. A byproduct of the above work, not the focus. Demand isn't clear yet.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 WANT TO HEAR FROM YOU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 me prioritize.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45920"/>
            <a:ext cx="45720" cy="91440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7373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the biggest pain point in your day-to-day with data?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21031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wasting the most time, or making decisions you're not confident in?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57200" y="2697480"/>
            <a:ext cx="8229600" cy="91440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" y="2697480"/>
            <a:ext cx="45720" cy="91440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788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data is missing that would help you make better decisions?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325880" y="31546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questions can you not answer today because the data isn't there or isn't reliable?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749040"/>
            <a:ext cx="8229600" cy="914400"/>
          </a:xfrm>
          <a:prstGeom prst="rect">
            <a:avLst/>
          </a:prstGeom>
          <a:solidFill>
            <a:srgbClr val="2A2A45"/>
          </a:solidFill>
          <a:ln/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57200" y="3749040"/>
            <a:ext cx="45720" cy="914400"/>
          </a:xfrm>
          <a:prstGeom prst="rect">
            <a:avLst/>
          </a:prstGeom>
          <a:solidFill>
            <a:srgbClr val="4ECDC4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776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8404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do you go today when you need a number?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25880" y="42062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Looker? A spreadsheet? Ask someone? BQ + Claude? What's your current path?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Revenue Operations Intelligence  ·  April 2026  ·  WIP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Operations Intelligence</dc:title>
  <dc:subject>PptxGenJS Presentation</dc:subject>
  <dc:creator>Nic Peralta</dc:creator>
  <cp:lastModifiedBy>Nic Peralta</cp:lastModifiedBy>
  <cp:revision>1</cp:revision>
  <dcterms:created xsi:type="dcterms:W3CDTF">2026-04-20T16:41:42Z</dcterms:created>
  <dcterms:modified xsi:type="dcterms:W3CDTF">2026-04-20T16:41:42Z</dcterms:modified>
</cp:coreProperties>
</file>