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182880"/>
            <a:ext cx="2194560" cy="41148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0" y="182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IN PROGRESS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Metrics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single source of truth for every number that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Check-in  ·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4297680" cy="502920"/>
          </a:xfrm>
          <a:prstGeom prst="rect">
            <a:avLst/>
          </a:prstGeom>
          <a:solidFill>
            <a:srgbClr val="7F3D3D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5720" cy="68580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2412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defined out of thin air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1207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creates a number, decisions get made on it, those decisions get doubted — but there's no official process.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8600" y="1673352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1673352"/>
            <a:ext cx="45720" cy="68580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Looker is difficult and restrictive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use, restrictive in the wrong ways. We can't control what it adds or doesn't. Iterating is painful.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2478024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28600" y="2478024"/>
            <a:ext cx="45720" cy="68580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3347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Definitions are buried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68680" y="28163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what a metric means requires drilling 3 layers deep into SQL. Good luck.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28600" y="3282696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8600" y="3282696"/>
            <a:ext cx="45720" cy="68580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3814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I'm the bottleneck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68680" y="36210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report, every dashboard change goes through one person. That doesn't scale.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28600" y="4087368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28600" y="4087368"/>
            <a:ext cx="45720" cy="68580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242816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metrics → bad decisions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68680" y="44256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one trusts the numbers, every decision is second-guessed.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544568" y="274320"/>
            <a:ext cx="54864" cy="4572000"/>
          </a:xfrm>
          <a:prstGeom prst="rect">
            <a:avLst/>
          </a:prstGeom>
          <a:solidFill>
            <a:srgbClr val="666680">
              <a:alpha val="50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4617720" y="182880"/>
            <a:ext cx="4297680" cy="502920"/>
          </a:xfrm>
          <a:prstGeom prst="rect">
            <a:avLst/>
          </a:prstGeom>
          <a:solidFill>
            <a:srgbClr val="2D5A3D">
              <a:alpha val="70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4800600" y="182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</a:t>
            </a:r>
            <a:endParaRPr lang="en-US" sz="2200" dirty="0"/>
          </a:p>
        </p:txBody>
      </p:sp>
      <p:sp>
        <p:nvSpPr>
          <p:cNvPr id="32" name="Shape 25"/>
          <p:cNvSpPr/>
          <p:nvPr/>
        </p:nvSpPr>
        <p:spPr>
          <a:xfrm>
            <a:off x="4617720" y="868680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17720" y="868680"/>
            <a:ext cx="45720" cy="68580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024128"/>
            <a:ext cx="320040" cy="3200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25780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metric is defined, QA'd, auditable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257800" y="1207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registry where each metric is verified. Anyone can inspect the definition and the SQL behind it.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617720" y="1673352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617720" y="1673352"/>
            <a:ext cx="45720" cy="68580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828800"/>
            <a:ext cx="320040" cy="32004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25780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own the code — speed of AI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25780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Looker dependency. We control everything. Dashboards in minutes, not days.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617720" y="2478024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617720" y="2478024"/>
            <a:ext cx="45720" cy="68580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633472"/>
            <a:ext cx="320040" cy="32004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257800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Definitions in plain English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5257800" y="28163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metric's logic is readable by anyone. Business definitions, not black boxes.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4617720" y="3282696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4617720" y="3282696"/>
            <a:ext cx="45720" cy="68580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438144"/>
            <a:ext cx="320040" cy="32004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257800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Anyone can build — just ask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5257800" y="36210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chart builder means the whole team can create charts and explore data on their own.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4617720" y="4087368"/>
            <a:ext cx="4297680" cy="6858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4617720" y="4087368"/>
            <a:ext cx="45720" cy="68580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4242816"/>
            <a:ext cx="320040" cy="32004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257800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can build with it, you can trust it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5257800" y="44256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verified, approved metrics are available. No more doubtful numbers.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228600" y="4709160"/>
            <a:ext cx="8686800" cy="36576"/>
          </a:xfrm>
          <a:prstGeom prst="rect">
            <a:avLst/>
          </a:prstGeom>
          <a:solidFill>
            <a:srgbClr val="4ECDC4">
              <a:alpha val="50000"/>
            </a:srgbClr>
          </a:solidFill>
          <a:ln/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0" y="4800600"/>
            <a:ext cx="201168" cy="20116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2103120" y="4782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300" dirty="0"/>
          </a:p>
        </p:txBody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9120" y="4800600"/>
            <a:ext cx="201168" cy="201168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4663440" y="4782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</a:t>
            </a:r>
            <a:endParaRPr lang="en-US" sz="1300" dirty="0"/>
          </a:p>
        </p:txBody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4800600"/>
            <a:ext cx="201168" cy="201168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7223760" y="4782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 Metrics — Now vs. Tomorrow</dc:title>
  <dc:subject>PptxGenJS Presentation</dc:subject>
  <dc:creator>Nic Peralta</dc:creator>
  <cp:lastModifiedBy>Nic Peralta</cp:lastModifiedBy>
  <cp:revision>1</cp:revision>
  <dcterms:created xsi:type="dcterms:W3CDTF">2026-04-08T17:24:24Z</dcterms:created>
  <dcterms:modified xsi:type="dcterms:W3CDTF">2026-04-08T17:24:24Z</dcterms:modified>
</cp:coreProperties>
</file>